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ddbdb08f8427e" /><Relationship Type="http://schemas.openxmlformats.org/officeDocument/2006/relationships/extended-properties" Target="/docProps/app.xml" Id="R9e70811812424e4f" /><Relationship Type="http://schemas.openxmlformats.org/officeDocument/2006/relationships/officeDocument" Target="/ppt/presentation.xml" Id="R08b315f02ed7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ff1c38b7f441c5"/>
  </p:sldMasterIdLst>
  <p:notesMasterIdLst>
    <p:notesMasterId xmlns:r="http://schemas.openxmlformats.org/officeDocument/2006/relationships" r:id="R3f0f5e68d9d54c61"/>
  </p:notesMasterIdLst>
  <p:sldIdLst>
    <p:sldId xmlns:r="http://schemas.openxmlformats.org/officeDocument/2006/relationships" id="256" r:id="R9c277eb83bb34d11"/>
    <p:sldId xmlns:r="http://schemas.openxmlformats.org/officeDocument/2006/relationships" id="257" r:id="Rb952346c010d48c4"/>
    <p:sldId xmlns:r="http://schemas.openxmlformats.org/officeDocument/2006/relationships" id="258" r:id="Re83e70c2ae5248c2"/>
    <p:sldId xmlns:r="http://schemas.openxmlformats.org/officeDocument/2006/relationships" id="259" r:id="Ra0fa56f47ed14216"/>
    <p:sldId xmlns:r="http://schemas.openxmlformats.org/officeDocument/2006/relationships" id="260" r:id="R83b41357927342a4"/>
    <p:sldId xmlns:r="http://schemas.openxmlformats.org/officeDocument/2006/relationships" id="261" r:id="R36707ae7c949492f"/>
    <p:sldId xmlns:r="http://schemas.openxmlformats.org/officeDocument/2006/relationships" id="262" r:id="R642281a969e941d2"/>
    <p:sldId xmlns:r="http://schemas.openxmlformats.org/officeDocument/2006/relationships" id="263" r:id="Rb78cc064f04c49a4"/>
    <p:sldId xmlns:r="http://schemas.openxmlformats.org/officeDocument/2006/relationships" id="264" r:id="R8948bddc6b00473c"/>
    <p:sldId xmlns:r="http://schemas.openxmlformats.org/officeDocument/2006/relationships" id="265" r:id="R705294bf5c3b492f"/>
    <p:sldId xmlns:r="http://schemas.openxmlformats.org/officeDocument/2006/relationships" id="266" r:id="R0243c394ee4b4480"/>
    <p:sldId xmlns:r="http://schemas.openxmlformats.org/officeDocument/2006/relationships" id="267" r:id="Rebce1584858d40e2"/>
    <p:sldId xmlns:r="http://schemas.openxmlformats.org/officeDocument/2006/relationships" id="268" r:id="R2f5c46595b1c4fbb"/>
    <p:sldId xmlns:r="http://schemas.openxmlformats.org/officeDocument/2006/relationships" id="269" r:id="R0116c86d83a24d7b"/>
    <p:sldId xmlns:r="http://schemas.openxmlformats.org/officeDocument/2006/relationships" id="270" r:id="Rff155464550a45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67186ccb2a4be8" /><Relationship Type="http://schemas.openxmlformats.org/officeDocument/2006/relationships/slideMaster" Target="/ppt/slideMasters/slideMaster1.xml" Id="R3bff1c38b7f441c5" /><Relationship Type="http://schemas.openxmlformats.org/officeDocument/2006/relationships/notesMaster" Target="/ppt/notesMasters/notesMaster1.xml" Id="R3f0f5e68d9d54c61" /><Relationship Type="http://schemas.openxmlformats.org/officeDocument/2006/relationships/presProps" Target="/ppt/presProps.xml" Id="R2d13b53d102b490a" /><Relationship Type="http://schemas.openxmlformats.org/officeDocument/2006/relationships/tableStyles" Target="/ppt/tableStyles.xml" Id="R129f124724ae411e" /><Relationship Type="http://schemas.openxmlformats.org/officeDocument/2006/relationships/slide" Target="/ppt/slides/slide1.xml" Id="R9c277eb83bb34d11" /><Relationship Type="http://schemas.openxmlformats.org/officeDocument/2006/relationships/slide" Target="/ppt/slides/slide2.xml" Id="Rb952346c010d48c4" /><Relationship Type="http://schemas.openxmlformats.org/officeDocument/2006/relationships/slide" Target="/ppt/slides/slide3.xml" Id="Re83e70c2ae5248c2" /><Relationship Type="http://schemas.openxmlformats.org/officeDocument/2006/relationships/slide" Target="/ppt/slides/slide4.xml" Id="Ra0fa56f47ed14216" /><Relationship Type="http://schemas.openxmlformats.org/officeDocument/2006/relationships/slide" Target="/ppt/slides/slide5.xml" Id="R83b41357927342a4" /><Relationship Type="http://schemas.openxmlformats.org/officeDocument/2006/relationships/slide" Target="/ppt/slides/slide6.xml" Id="R36707ae7c949492f" /><Relationship Type="http://schemas.openxmlformats.org/officeDocument/2006/relationships/slide" Target="/ppt/slides/slide7.xml" Id="R642281a969e941d2" /><Relationship Type="http://schemas.openxmlformats.org/officeDocument/2006/relationships/slide" Target="/ppt/slides/slide8.xml" Id="Rb78cc064f04c49a4" /><Relationship Type="http://schemas.openxmlformats.org/officeDocument/2006/relationships/slide" Target="/ppt/slides/slide9.xml" Id="R8948bddc6b00473c" /><Relationship Type="http://schemas.openxmlformats.org/officeDocument/2006/relationships/slide" Target="/ppt/slides/slide10.xml" Id="R705294bf5c3b492f" /><Relationship Type="http://schemas.openxmlformats.org/officeDocument/2006/relationships/slide" Target="/ppt/slides/slide11.xml" Id="R0243c394ee4b4480" /><Relationship Type="http://schemas.openxmlformats.org/officeDocument/2006/relationships/slide" Target="/ppt/slides/slide12.xml" Id="Rebce1584858d40e2" /><Relationship Type="http://schemas.openxmlformats.org/officeDocument/2006/relationships/slide" Target="/ppt/slides/slide13.xml" Id="R2f5c46595b1c4fbb" /><Relationship Type="http://schemas.openxmlformats.org/officeDocument/2006/relationships/slide" Target="/ppt/slides/slide14.xml" Id="R0116c86d83a24d7b" /><Relationship Type="http://schemas.openxmlformats.org/officeDocument/2006/relationships/slide" Target="/ppt/slides/slide15.xml" Id="Rff155464550a45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b764900be4a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e2cfd5a8be42eb" /><Relationship Type="http://schemas.openxmlformats.org/officeDocument/2006/relationships/notesMaster" Target="/ppt/notesMasters/notesMaster1.xml" Id="R9a55c3e47418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98758208645c8" /><Relationship Type="http://schemas.openxmlformats.org/officeDocument/2006/relationships/notesMaster" Target="/ppt/notesMasters/notesMaster1.xml" Id="Rc4e95f320db744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e80004265b49da" /><Relationship Type="http://schemas.openxmlformats.org/officeDocument/2006/relationships/notesMaster" Target="/ppt/notesMasters/notesMaster1.xml" Id="Rdb3e665857b046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c442f34c724679" /><Relationship Type="http://schemas.openxmlformats.org/officeDocument/2006/relationships/notesMaster" Target="/ppt/notesMasters/notesMaster1.xml" Id="R9ee0f72c805c4c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6b905e1aa44873" /><Relationship Type="http://schemas.openxmlformats.org/officeDocument/2006/relationships/notesMaster" Target="/ppt/notesMasters/notesMaster1.xml" Id="R8d2ac0311ef444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90dcc5ecd474f" /><Relationship Type="http://schemas.openxmlformats.org/officeDocument/2006/relationships/notesMaster" Target="/ppt/notesMasters/notesMaster1.xml" Id="R37cc27fcb7ec4e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61fb66fecc42e3" /><Relationship Type="http://schemas.openxmlformats.org/officeDocument/2006/relationships/notesMaster" Target="/ppt/notesMasters/notesMaster1.xml" Id="R230b58cb02194c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9539bcb8f24cc0" /><Relationship Type="http://schemas.openxmlformats.org/officeDocument/2006/relationships/notesMaster" Target="/ppt/notesMasters/notesMaster1.xml" Id="R9ee87cf696124a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649ecf28ff4c1f" /><Relationship Type="http://schemas.openxmlformats.org/officeDocument/2006/relationships/notesMaster" Target="/ppt/notesMasters/notesMaster1.xml" Id="Rf3a521906bfc49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d1476a0ccb4e6e" /><Relationship Type="http://schemas.openxmlformats.org/officeDocument/2006/relationships/notesMaster" Target="/ppt/notesMasters/notesMaster1.xml" Id="Rc51a71acc2dd46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d183db30e24344" /><Relationship Type="http://schemas.openxmlformats.org/officeDocument/2006/relationships/notesMaster" Target="/ppt/notesMasters/notesMaster1.xml" Id="R7896a5f6cd6f46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2d1fdf9fab4b52" /><Relationship Type="http://schemas.openxmlformats.org/officeDocument/2006/relationships/notesMaster" Target="/ppt/notesMasters/notesMaster1.xml" Id="R5c4ffca7377c4f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5644a94a9043a9" /><Relationship Type="http://schemas.openxmlformats.org/officeDocument/2006/relationships/notesMaster" Target="/ppt/notesMasters/notesMaster1.xml" Id="R44542c318e6543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762ee1900247e5" /><Relationship Type="http://schemas.openxmlformats.org/officeDocument/2006/relationships/notesMaster" Target="/ppt/notesMasters/notesMaster1.xml" Id="R3d845a0d4a1c4b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82f743983c4985" /><Relationship Type="http://schemas.openxmlformats.org/officeDocument/2006/relationships/notesMaster" Target="/ppt/notesMasters/notesMaster1.xml" Id="R5d801564a6794c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c89e1e23c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3b99b8ef5420e" /><Relationship Type="http://schemas.openxmlformats.org/officeDocument/2006/relationships/slideLayout" Target="/ppt/slideLayouts/slideLayout1.xml" Id="Ra84d95568e46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4d95568e46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322f21dbe458b" /><Relationship Type="http://schemas.openxmlformats.org/officeDocument/2006/relationships/image" Target="/ppt/media/image.png" Id="Reb04881cee5d46cf" /><Relationship Type="http://schemas.openxmlformats.org/officeDocument/2006/relationships/notesSlide" Target="/ppt/notesSlides/notesSlide1.xml" Id="R1b8fbe385e1748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e6883961a4b7e" /><Relationship Type="http://schemas.openxmlformats.org/officeDocument/2006/relationships/image" Target="/ppt/media/image2.png" Id="R08ac7425c51945ed" /><Relationship Type="http://schemas.openxmlformats.org/officeDocument/2006/relationships/notesSlide" Target="/ppt/notesSlides/notesSlide2.xml" Id="Rf874ae39e7d845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f7a2df2f648f9" /><Relationship Type="http://schemas.openxmlformats.org/officeDocument/2006/relationships/image" Target="/ppt/media/image3.png" Id="R38b2ab20f96742ae" /><Relationship Type="http://schemas.openxmlformats.org/officeDocument/2006/relationships/notesSlide" Target="/ppt/notesSlides/notesSlide3.xml" Id="Re186991d525e49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76de5311c4598" /><Relationship Type="http://schemas.openxmlformats.org/officeDocument/2006/relationships/image" Target="/ppt/media/image4.png" Id="R939d65aaebfe42e7" /><Relationship Type="http://schemas.openxmlformats.org/officeDocument/2006/relationships/notesSlide" Target="/ppt/notesSlides/notesSlide4.xml" Id="R703841c2337a4b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4ecc969064f28" /><Relationship Type="http://schemas.openxmlformats.org/officeDocument/2006/relationships/image" Target="/ppt/media/image5.png" Id="R7180abe7f7364185" /><Relationship Type="http://schemas.openxmlformats.org/officeDocument/2006/relationships/notesSlide" Target="/ppt/notesSlides/notesSlide5.xml" Id="R4bfb4306677d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99b183dfd44c1" /><Relationship Type="http://schemas.openxmlformats.org/officeDocument/2006/relationships/image" Target="/ppt/media/image6.png" Id="Re9a1477144a7421d" /><Relationship Type="http://schemas.openxmlformats.org/officeDocument/2006/relationships/notesSlide" Target="/ppt/notesSlides/notesSlide6.xml" Id="R0f83d9196a454d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fb7382d3245d3" /><Relationship Type="http://schemas.openxmlformats.org/officeDocument/2006/relationships/image" Target="/ppt/media/image7.png" Id="R40fe196cffb84844" /><Relationship Type="http://schemas.openxmlformats.org/officeDocument/2006/relationships/notesSlide" Target="/ppt/notesSlides/notesSlide7.xml" Id="Ra90369e4353447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636b2d2674e4e" /><Relationship Type="http://schemas.openxmlformats.org/officeDocument/2006/relationships/image" Target="/ppt/media/image8.png" Id="Re350781107b6458c" /><Relationship Type="http://schemas.openxmlformats.org/officeDocument/2006/relationships/notesSlide" Target="/ppt/notesSlides/notesSlide8.xml" Id="Rb7fb3658a6e94d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84e7567aa43ed" /><Relationship Type="http://schemas.openxmlformats.org/officeDocument/2006/relationships/image" Target="/ppt/media/image9.png" Id="Rfe8a0be1a1964d34" /><Relationship Type="http://schemas.openxmlformats.org/officeDocument/2006/relationships/notesSlide" Target="/ppt/notesSlides/notesSlide9.xml" Id="Re497bf8239d343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41cf931e543d0" /><Relationship Type="http://schemas.openxmlformats.org/officeDocument/2006/relationships/image" Target="/ppt/media/image10.png" Id="Rcf31fc166e6b41f3" /><Relationship Type="http://schemas.openxmlformats.org/officeDocument/2006/relationships/notesSlide" Target="/ppt/notesSlides/notesSlide10.xml" Id="Rd16599d4d12442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cc5608ad4160" /><Relationship Type="http://schemas.openxmlformats.org/officeDocument/2006/relationships/image" Target="/ppt/media/image11.png" Id="Ra59eda410bb24903" /><Relationship Type="http://schemas.openxmlformats.org/officeDocument/2006/relationships/notesSlide" Target="/ppt/notesSlides/notesSlide11.xml" Id="R8bd25721825c45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972c2f1434f14" /><Relationship Type="http://schemas.openxmlformats.org/officeDocument/2006/relationships/image" Target="/ppt/media/image12.png" Id="R3335a009c5ab45c2" /><Relationship Type="http://schemas.openxmlformats.org/officeDocument/2006/relationships/notesSlide" Target="/ppt/notesSlides/notesSlide12.xml" Id="Re573a8ea706644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4a96f3f6f45e5" /><Relationship Type="http://schemas.openxmlformats.org/officeDocument/2006/relationships/image" Target="/ppt/media/image13.png" Id="Rc4d37abe14c24398" /><Relationship Type="http://schemas.openxmlformats.org/officeDocument/2006/relationships/notesSlide" Target="/ppt/notesSlides/notesSlide13.xml" Id="R1c768cd0bcd147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99633c91747fa" /><Relationship Type="http://schemas.openxmlformats.org/officeDocument/2006/relationships/image" Target="/ppt/media/image14.png" Id="R001b4ee691e94d51" /><Relationship Type="http://schemas.openxmlformats.org/officeDocument/2006/relationships/notesSlide" Target="/ppt/notesSlides/notesSlide14.xml" Id="R10ba2dd1aff146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17c9ce5ee46b6" /><Relationship Type="http://schemas.openxmlformats.org/officeDocument/2006/relationships/image" Target="/ppt/media/image15.png" Id="Rb98c2c80d0534c93" /><Relationship Type="http://schemas.openxmlformats.org/officeDocument/2006/relationships/notesSlide" Target="/ppt/notesSlides/notesSlide15.xml" Id="R10bbf8668d0d47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4881cee5d46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86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c7425c51945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36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2ab20f96742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87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d65aaebfe42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39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0abe7f73641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79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1477144a742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35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e196cffb848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16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0781107b645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928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a0be1a1964d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6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1fc166e6b41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9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eda410bb249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00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5a009c5ab45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402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37abe14c243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0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b4ee691e94d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74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c2c80d0534c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69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2026-07-15T11:44:33.0930000Z</dcterms:created>
  <dcterms:modified xsi:type="dcterms:W3CDTF">2026-07-15T11:44:33.0930000Z</dcterms:modified>
</coreProperties>
</file>